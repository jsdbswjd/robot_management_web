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62" r:id="rId5"/>
    <p:sldId id="259" r:id="rId6"/>
    <p:sldId id="257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50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33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40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75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5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8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0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2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60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69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24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17ADB-21B2-43FA-BD1E-45E0A937260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4520-3464-4792-97C3-A6BDA40E17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58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smtClean="0"/>
              <a:t>로봇 관제 대시보드 클론 코딩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422205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358" y="3699"/>
            <a:ext cx="10515600" cy="1325563"/>
          </a:xfrm>
        </p:spPr>
        <p:txBody>
          <a:bodyPr/>
          <a:lstStyle/>
          <a:p>
            <a:r>
              <a:rPr lang="en-US" altLang="ko-KR" b="1" dirty="0" smtClean="0"/>
              <a:t>Directory flow chart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1209675"/>
            <a:ext cx="11801475" cy="474345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0387012" y="4098875"/>
            <a:ext cx="1466850" cy="485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Elevator_sim.js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387012" y="4743955"/>
            <a:ext cx="1609725" cy="521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Robot_control.js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덧셈 기호 5"/>
          <p:cNvSpPr/>
          <p:nvPr/>
        </p:nvSpPr>
        <p:spPr>
          <a:xfrm>
            <a:off x="9339262" y="4239130"/>
            <a:ext cx="876300" cy="876300"/>
          </a:xfrm>
          <a:prstGeom prst="mathPlus">
            <a:avLst>
              <a:gd name="adj1" fmla="val 148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79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28575" y="490537"/>
            <a:ext cx="12148458" cy="6203301"/>
            <a:chOff x="0" y="585787"/>
            <a:chExt cx="12148458" cy="6203302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131" y="585787"/>
              <a:ext cx="11410950" cy="5854677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0" y="677646"/>
              <a:ext cx="1641446" cy="307777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Box-sidebar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07327" y="617901"/>
              <a:ext cx="1641446" cy="307777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header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13107" y="1374308"/>
              <a:ext cx="1549168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robot-info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92516" y="1374307"/>
              <a:ext cx="1749106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system-status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8523" y="3978977"/>
              <a:ext cx="1397905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floor-</a:t>
              </a:r>
              <a:r>
                <a:rPr lang="en-US" altLang="ko-KR" sz="1400" b="1" dirty="0" err="1" smtClean="0">
                  <a:solidFill>
                    <a:schemeClr val="bg1"/>
                  </a:solidFill>
                </a:rPr>
                <a:t>nav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21795" y="2162829"/>
              <a:ext cx="1397905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map-area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360028" y="2829579"/>
              <a:ext cx="1788430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latency-graph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69094" y="5403245"/>
              <a:ext cx="1397905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log-table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986125" y="4832120"/>
              <a:ext cx="1793934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robot-control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99444" y="6481312"/>
              <a:ext cx="2007659" cy="30777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remote-control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0222230" y="3716656"/>
              <a:ext cx="1436370" cy="1245869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338800" y="3978978"/>
              <a:ext cx="1681750" cy="307777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bg1"/>
                  </a:solidFill>
                </a:rPr>
                <a:t>Box camera-view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233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358" y="79899"/>
            <a:ext cx="10515600" cy="1325563"/>
          </a:xfrm>
        </p:spPr>
        <p:txBody>
          <a:bodyPr/>
          <a:lstStyle/>
          <a:p>
            <a:r>
              <a:rPr lang="en-US" altLang="ko-KR" b="1" dirty="0" smtClean="0"/>
              <a:t>Code review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9311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358" y="79899"/>
            <a:ext cx="10515600" cy="1325563"/>
          </a:xfrm>
        </p:spPr>
        <p:txBody>
          <a:bodyPr/>
          <a:lstStyle/>
          <a:p>
            <a:r>
              <a:rPr lang="en-US" altLang="ko-KR" b="1" dirty="0" smtClean="0"/>
              <a:t>App.py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4748876" cy="43053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501" y="1219200"/>
            <a:ext cx="5470568" cy="435292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12750" y="1375984"/>
            <a:ext cx="2605481" cy="507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12750" y="2127249"/>
            <a:ext cx="4597400" cy="8952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12750" y="3321050"/>
            <a:ext cx="4597400" cy="2108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394898" y="1375984"/>
            <a:ext cx="5387402" cy="27007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394898" y="4166522"/>
            <a:ext cx="5387402" cy="1405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73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358" y="79899"/>
            <a:ext cx="10515600" cy="1325563"/>
          </a:xfrm>
        </p:spPr>
        <p:txBody>
          <a:bodyPr/>
          <a:lstStyle/>
          <a:p>
            <a:r>
              <a:rPr lang="en-US" altLang="ko-KR" b="1" dirty="0" smtClean="0"/>
              <a:t>LOGGING </a:t>
            </a:r>
            <a:r>
              <a:rPr lang="en-US" altLang="ko-KR" b="1" dirty="0" err="1" smtClean="0"/>
              <a:t>DATA_MariaDB</a:t>
            </a:r>
            <a:endParaRPr lang="ko-KR" altLang="en-US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5" y="1300315"/>
            <a:ext cx="6628248" cy="500432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827090" y="1661209"/>
            <a:ext cx="3775046" cy="41188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91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358" y="79899"/>
            <a:ext cx="10515600" cy="1325563"/>
          </a:xfrm>
        </p:spPr>
        <p:txBody>
          <a:bodyPr/>
          <a:lstStyle/>
          <a:p>
            <a:r>
              <a:rPr lang="ko-KR" altLang="en-US" b="1" dirty="0" smtClean="0"/>
              <a:t>미완성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66724" y="1676400"/>
            <a:ext cx="11333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미완성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-</a:t>
            </a:r>
            <a:r>
              <a:rPr lang="ko-KR" altLang="en-US" dirty="0" smtClean="0"/>
              <a:t>실제 로봇 운용에 중요한</a:t>
            </a:r>
            <a:r>
              <a:rPr lang="en-US" altLang="ko-KR" dirty="0"/>
              <a:t> </a:t>
            </a:r>
            <a:r>
              <a:rPr lang="ko-KR" altLang="en-US" dirty="0" smtClean="0"/>
              <a:t>이동 속도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좌표에 대한 값은 </a:t>
            </a:r>
            <a:r>
              <a:rPr lang="en-US" altLang="ko-KR" dirty="0" smtClean="0"/>
              <a:t>database</a:t>
            </a:r>
            <a:r>
              <a:rPr lang="ko-KR" altLang="en-US" dirty="0" smtClean="0"/>
              <a:t>에 업데이트를 못함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장애물 인지에 대한 구현 못함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773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63</Words>
  <Application>Microsoft Office PowerPoint</Application>
  <PresentationFormat>와이드스크린</PresentationFormat>
  <Paragraphs>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로봇 관제 대시보드 클론 코딩</vt:lpstr>
      <vt:lpstr>Directory flow chart</vt:lpstr>
      <vt:lpstr>PowerPoint 프레젠테이션</vt:lpstr>
      <vt:lpstr>Code review</vt:lpstr>
      <vt:lpstr>App.py</vt:lpstr>
      <vt:lpstr>LOGGING DATA_MariaDB</vt:lpstr>
      <vt:lpstr>미완성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로봇 관제 대시보드 클론 코딩</dc:title>
  <dc:creator>김윤정</dc:creator>
  <cp:lastModifiedBy>김윤정</cp:lastModifiedBy>
  <cp:revision>16</cp:revision>
  <dcterms:created xsi:type="dcterms:W3CDTF">2026-03-19T05:15:59Z</dcterms:created>
  <dcterms:modified xsi:type="dcterms:W3CDTF">2026-03-19T07:47:22Z</dcterms:modified>
</cp:coreProperties>
</file>